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2E774-4DA7-44CC-85E2-094C6198E5CF}" type="datetimeFigureOut">
              <a:rPr lang="en-ZA" smtClean="0"/>
              <a:t>2024/10/14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A1F50-ADAB-4E2E-910C-DD7B4FE3D5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481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9A1F50-ADAB-4E2E-910C-DD7B4FE3D52B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48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39FD-7D2E-4EA1-AFB5-B1C9A7770C0F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728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C212F-6F60-47CB-880A-1B5DC6168EA7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802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7D0A-F3D3-4A3B-A3EA-EF0B7C0B1006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403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1342-D10A-401C-A530-699967DA861E}" type="datetime1">
              <a:rPr lang="en-ZA" smtClean="0"/>
              <a:t>2024/10/14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39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D3677-4DE1-4D58-96C4-7B80CF08B628}" type="datetime1">
              <a:rPr lang="en-ZA" smtClean="0"/>
              <a:t>2024/10/14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3858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5C8F-EEED-4953-8048-8AAD91550AA7}" type="datetime1">
              <a:rPr lang="en-ZA" smtClean="0"/>
              <a:t>2024/10/14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187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7C527-5940-4745-B963-BB3AD8BFE2B0}" type="datetime1">
              <a:rPr lang="en-ZA" smtClean="0"/>
              <a:t>2024/10/14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35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BB58B-AEC2-4B13-A14E-7EE7ACBF53BB}" type="datetime1">
              <a:rPr lang="en-ZA" smtClean="0"/>
              <a:t>2024/10/14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501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F9BE-7CFB-4131-B968-9AB81726DAEF}" type="datetime1">
              <a:rPr lang="en-ZA" smtClean="0"/>
              <a:t>2024/10/14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2714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9D9E3-8181-46AF-9EF0-8A656BB8A70A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8098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9D9E3-8181-46AF-9EF0-8A656BB8A70A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10798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9D9E3-8181-46AF-9EF0-8A656BB8A70A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724945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9D9E3-8181-46AF-9EF0-8A656BB8A70A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66499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9D9E3-8181-46AF-9EF0-8A656BB8A70A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972818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F1B1-0ED0-4FFA-9974-B0B034285A00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0351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DDE6-B27E-49F9-8CE7-EE7509AC13DB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870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9D9E3-8181-46AF-9EF0-8A656BB8A70A}" type="datetime1">
              <a:rPr lang="en-ZA" smtClean="0"/>
              <a:t>2024/10/14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B886FC-F56F-4D47-8A75-A98368ABA4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424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smtClean="0"/>
              <a:t>Community Service Centre Project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Action Plan, Progress Report, Questionnaire &amp; Lessons Learned</a:t>
            </a:r>
          </a:p>
          <a:p>
            <a:r>
              <a:rPr lang="en-ZA" dirty="0" smtClean="0"/>
              <a:t>Presented by: Mncwabe Nonjabulo</a:t>
            </a:r>
          </a:p>
          <a:p>
            <a:r>
              <a:rPr lang="en-ZA" dirty="0" smtClean="0"/>
              <a:t>Date: 20/09/2024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1</a:t>
            </a:fld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927" y="283528"/>
            <a:ext cx="6359237" cy="14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49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ZA" dirty="0" smtClean="0"/>
              <a:t>                Action Plan Overview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37347"/>
            <a:ext cx="107676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purpose of the action plan is to monitor goals and objectives of the Community Service Center.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delivering essential services like health check-ups, literacy programs, and vocational training.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with stakeholders such as community leaders, volunteers, and NGOs.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392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Key Activities in the Action Plan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4800" y="2375986"/>
            <a:ext cx="107788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Community Needs: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Surveys, interviews, and focus groups to understand the community’s challenges.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Service Programs: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Tailored services like health check-ups, after-school tutoring, and vocational training.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and Adjusting Programs: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Regular evaluation and feedback collection to ensure service effectiveness.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787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Roles &amp; Responsibilities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01500" y="2542102"/>
            <a:ext cx="90962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Oversees project activities and ensures alignment with community needs.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Volunteers: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Assist in delivering services and gathering feedback from participants.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Stakeholders: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guidance, resources, and support for program execution.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484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Progress Report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8207" y="2500538"/>
            <a:ext cx="84978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the project’s execution phase.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the achievements to date, activities completed, and outstanding tasks.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006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Completed Activities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077765" y="2265057"/>
            <a:ext cx="73437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Needs Assessment completed with over 200 participants.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Check-up and Literacy programs launched.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Volunteers trained and assigned to specific service areas.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076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Outstanding Activities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3406" y="2098802"/>
            <a:ext cx="102851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Ongoing Monitoring: Weekly tracking of program success and participation.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Feedback Collection: Gathering input from community members to refine services.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Evaluation of Execution Phase: Preparing a comprehensive report on the project's progress.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030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Stakeholder Questionnaire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306621"/>
            <a:ext cx="100029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questionnaire is designed to gather feedback from stakeholders about the Community Service Center’s programs.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the effectiveness of services, areas for improvement, and future needs.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394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Sample Questions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76524" y="1974341"/>
            <a:ext cx="763895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Open-Ended Questions: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needs the project should address?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effective has the project been so far?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Suggestions for improvements?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Closed-Ended Questions: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you satisfied with the current services? (1-5 scale)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the programs aligned with the community’s needs? (Yes/No/Unsure)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3577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Lessons Learned &amp; Key Lessons Learned</a:t>
            </a:r>
            <a:endParaRPr lang="en-ZA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1932594"/>
            <a:ext cx="44819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 on key takeaways from the project execution.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Areas covered: Initiation and planning, monitoring, quality management, leadership, teamwork.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ZA" dirty="0" smtClean="0"/>
          </a:p>
          <a:p>
            <a:pPr lvl="1"/>
            <a:r>
              <a:rPr lang="en-ZA" b="1" dirty="0" smtClean="0"/>
              <a:t>Planning</a:t>
            </a:r>
            <a:r>
              <a:rPr lang="en-ZA" dirty="0" smtClean="0"/>
              <a:t>: Scope should be narrow and focused from the start.</a:t>
            </a:r>
          </a:p>
          <a:p>
            <a:pPr lvl="1"/>
            <a:r>
              <a:rPr lang="en-ZA" b="1" dirty="0" smtClean="0"/>
              <a:t>Monitoring</a:t>
            </a:r>
            <a:r>
              <a:rPr lang="en-ZA" dirty="0" smtClean="0"/>
              <a:t>: Real-time reporting and regular reviews are crucial for adapting quickly.</a:t>
            </a:r>
          </a:p>
          <a:p>
            <a:pPr lvl="1"/>
            <a:r>
              <a:rPr lang="en-ZA" b="1" dirty="0" smtClean="0"/>
              <a:t>Quality Management</a:t>
            </a:r>
            <a:r>
              <a:rPr lang="en-ZA" dirty="0" smtClean="0"/>
              <a:t>: Community feedback was key to improving services.</a:t>
            </a:r>
          </a:p>
          <a:p>
            <a:pPr lvl="1"/>
            <a:r>
              <a:rPr lang="en-ZA" b="1" dirty="0" smtClean="0"/>
              <a:t>Leadership</a:t>
            </a:r>
            <a:r>
              <a:rPr lang="en-ZA" dirty="0" smtClean="0"/>
              <a:t>: Collaborative leadership helped engage volunteers and stakeholders.</a:t>
            </a:r>
          </a:p>
          <a:p>
            <a:pPr lvl="1"/>
            <a:r>
              <a:rPr lang="en-ZA" b="1" dirty="0" smtClean="0"/>
              <a:t>Teamwork</a:t>
            </a:r>
            <a:r>
              <a:rPr lang="en-ZA" dirty="0" smtClean="0"/>
              <a:t>: Clear communication and teamwork were critical for project success.</a:t>
            </a:r>
          </a:p>
          <a:p>
            <a:endParaRPr lang="en-ZA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6FC-F56F-4D47-8A75-A98368ABA455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38546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448</Words>
  <Application>Microsoft Office PowerPoint</Application>
  <PresentationFormat>Widescreen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Community Service Centre Project</vt:lpstr>
      <vt:lpstr>                Action Plan Overview</vt:lpstr>
      <vt:lpstr>Key Activities in the Action Plan</vt:lpstr>
      <vt:lpstr>Roles &amp; Responsibilities</vt:lpstr>
      <vt:lpstr>Progress Report</vt:lpstr>
      <vt:lpstr>Completed Activities</vt:lpstr>
      <vt:lpstr>Outstanding Activities</vt:lpstr>
      <vt:lpstr>Stakeholder Questionnaire</vt:lpstr>
      <vt:lpstr>Sample Questions</vt:lpstr>
      <vt:lpstr>Lessons Learned &amp; Key Lessons Learned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Service Center Project</dc:title>
  <dc:creator>NONJABULO</dc:creator>
  <cp:lastModifiedBy>NONJABULO</cp:lastModifiedBy>
  <cp:revision>5</cp:revision>
  <dcterms:created xsi:type="dcterms:W3CDTF">2024-09-16T13:50:25Z</dcterms:created>
  <dcterms:modified xsi:type="dcterms:W3CDTF">2024-10-14T16:17:34Z</dcterms:modified>
</cp:coreProperties>
</file>